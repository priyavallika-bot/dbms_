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08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69A29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84B59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APPROVAL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A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SYSTEM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2194560" cy="41148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3075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Management System for Secure Visitor Registration &amp; Approval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779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2026–2027 · Trimester 4  |  Koneru Lakshmaiah Education 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62910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Shamika Hasini (2520080033)   •   M. Priyavallika (25200901183)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914400"/>
            <a:ext cx="2743200" cy="2743200"/>
          </a:xfrm>
          <a:prstGeom prst="ellipse">
            <a:avLst/>
          </a:prstGeom>
          <a:solidFill>
            <a:srgbClr val="84B59F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554480" cy="3657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444752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slow, error-prone paper visitor registers with a computerized, centralized platform for organizations, colleges, apartments, and offices.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295144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submit key details — name, contact number, purpose of visit, person to meet, and date/time of entry — through a structured digital form.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85800" y="3209544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145536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users can review each visitor request and approve or reject it before entry is granted, strengthening on-site security.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85800" y="4059936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995928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full record of visitor data, approval status, entry &amp; exit times, and host details inside a centralized MySQL database.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685800" y="4910328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484632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core database concepts — tables, relationships, primary &amp; foreign keys, queries, and user authentication — to ensure data integrity and fast retrieval.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685800" y="5760720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696712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secure, organized, and efficient end-to-end solution for visitor registration, approval, and entry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Database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554480" cy="3657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0808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Registration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name, contact, purpose of visit, host, and entry/exit timestamps.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0808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2359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617720" y="2715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staff review and approve or reject every visitor request.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0808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66760" y="2359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366760" y="2715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visitor &amp; approval data stored securely in a single MySQL database.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0808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68680" y="45811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Design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linked via primary &amp; foreign keys to keep data consistent and reliable.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37307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0808E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95935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617720" y="45811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Queries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4617720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queries enable fast search, update, and reporting on visitor logs.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7307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50808E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3959352"/>
            <a:ext cx="502920" cy="502920"/>
          </a:xfrm>
          <a:prstGeom prst="ellipse">
            <a:avLst/>
          </a:prstGeom>
          <a:solidFill>
            <a:srgbClr val="69A297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366760" y="45811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8366760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Login-based access control ensures only authorized users manage entries.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080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69A29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937760"/>
            <a:ext cx="3291840" cy="3291840"/>
          </a:xfrm>
          <a:prstGeom prst="ellipse">
            <a:avLst/>
          </a:prstGeom>
          <a:solidFill>
            <a:srgbClr val="84B59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1207008"/>
            <a:ext cx="1554480" cy="3657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7FA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465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7FAF9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465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Python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7FAF9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74650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66760" y="21031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7FAF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638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TOOL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/ phpMyAdmin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89120" y="30175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7FAF9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31638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17720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38160" y="301752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7FAF9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316382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66760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&amp; Signature: ____________________________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2026-08-13T17:19:59Z</dcterms:created>
  <dcterms:modified xsi:type="dcterms:W3CDTF">2026-08-13T17:19:59Z</dcterms:modified>
</cp:coreProperties>
</file>